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REST API on AWS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Flask  |  AWS Lambda  |  DynamoDB  |  CDK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inventory management system for warehouse operations, tracking products, categories, and stock movements through a REST API.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657600" cy="1371600"/>
          </a:xfrm>
          <a:prstGeom prst="roundRect">
            <a:avLst>
              <a:gd name="adj" fmla="val 3333"/>
            </a:avLst>
          </a:prstGeom>
          <a:solidFill>
            <a:srgbClr val="F5F8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6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651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for products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SKU, pricing, categories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2103120"/>
            <a:ext cx="3657600" cy="1371600"/>
          </a:xfrm>
          <a:prstGeom prst="roundRect">
            <a:avLst>
              <a:gd name="adj" fmla="val 3333"/>
            </a:avLst>
          </a:prstGeom>
          <a:solidFill>
            <a:srgbClr val="F5F8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6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Tracking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651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movements: received,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shipped, adjusted, returned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3657600" cy="1371600"/>
          </a:xfrm>
          <a:prstGeom prst="roundRect">
            <a:avLst>
              <a:gd name="adj" fmla="val 3333"/>
            </a:avLst>
          </a:prstGeom>
          <a:solidFill>
            <a:srgbClr val="F5F8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6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Alerts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297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low-stock alerts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suggested reorder quantities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3749040"/>
            <a:ext cx="3657600" cy="1371600"/>
          </a:xfrm>
          <a:prstGeom prst="roundRect">
            <a:avLst>
              <a:gd name="adj" fmla="val 3333"/>
            </a:avLst>
          </a:prstGeom>
          <a:solidFill>
            <a:srgbClr val="F5F8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6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4297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summaries, movement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category reports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8595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Runtime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REST API framework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validation &amp; models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Mangum</a:t>
            </a:r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ASGI/WSGI to Lambda adapter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Infrastructure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REST API with throttling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103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Serverless compute (256MB)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560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NoSQL tables (pay-per-request)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3017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CDK</a:t>
            </a:r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Infrastructure as Code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420624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4572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sku, GSI: category-index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420624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Movements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4572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id, GSI: product-sku-index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6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/categories  |  POST /categories  |  DELETE /categories/{id}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6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/products  |  POST /products  |  DELETE /products/{sku}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6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/stock/{sku}/level  |  POST /stock/movements  |  GET /stock/movements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6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Reports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343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/stock/alerts  |  GET /stock/summary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 return JSON  |  Input validation on all requests  |  Standard HTTP status codes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09728" cy="6400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src/app.py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routes handling HTTP requests and responses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109728" cy="640080"/>
          </a:xfrm>
          <a:prstGeom prst="rect">
            <a:avLst/>
          </a:prstGeom>
          <a:solidFill>
            <a:srgbClr val="5BA85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src/services.py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514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validation, stock calculations, reorder alerts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154680"/>
            <a:ext cx="109728" cy="6400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src/models.py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474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models: Category, Product, StockMovement, ReorderAlert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114800"/>
            <a:ext cx="109728" cy="6400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src/store.py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434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storage (planned DynamoDB backend via CDK)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REST API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data store with sample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CDK stack defined and ready to deploy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input 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DynamoDB 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authentication (Cognito)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date-range filtering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testing suite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setup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with: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4114800" cy="457200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89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cdk &amp;&amp; cdk deploy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2026-08-20T07:32:18Z</dcterms:created>
  <dcterms:modified xsi:type="dcterms:W3CDTF">2026-08-20T07:32:18Z</dcterms:modified>
</cp:coreProperties>
</file>